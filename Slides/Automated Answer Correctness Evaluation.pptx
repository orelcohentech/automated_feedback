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6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C2717FD5-5A20-4992-AA94-9B9A09397357}" type="datetimeFigureOut">
              <a:rPr lang="he-IL" smtClean="0"/>
              <a:t>כ"ו/טבת/תשפ"ו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AFD393F9-0581-4A01-8F2E-25B97E68574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90683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D393F9-0581-4A01-8F2E-25B97E685742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83408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038EAA9-19A5-DEE0-EBEE-ACD50B9D3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06FC7903-4F19-B283-E52E-CA60B85EC2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9A0B61F-EF6F-11E7-D9E0-829A11F7F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0AF4C-4B42-411C-B52A-DD60DD3DEF5C}" type="datetimeFigureOut">
              <a:rPr lang="he-IL" smtClean="0"/>
              <a:t>כ"ו/טבת/תשפ"ו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61153A0-FF82-D141-C2DB-FB10B3549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6F7FCB-F476-011B-4A93-4B6A39AEC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9E4E9-D2AA-4799-80EF-0247969126C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7343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5CD28CF-05C5-9FBA-C74D-90EC24D36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AF8748E-B815-9C59-27F4-A1BCB20F5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D1AD975-75B2-995C-3EEA-E435B0D7B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0AF4C-4B42-411C-B52A-DD60DD3DEF5C}" type="datetimeFigureOut">
              <a:rPr lang="he-IL" smtClean="0"/>
              <a:t>כ"ו/טבת/תשפ"ו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4B9EBF5-A657-19C9-0E40-F62A26D65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1E2126D-AC4D-8329-48C4-44D37EE19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9E4E9-D2AA-4799-80EF-0247969126C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35459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D548C8D-22EA-F133-2A07-1E0935579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C7F57DA-121E-A768-4A74-85042C65D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B3B21B8-8572-ECCC-395A-0FAB05100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0AF4C-4B42-411C-B52A-DD60DD3DEF5C}" type="datetimeFigureOut">
              <a:rPr lang="he-IL" smtClean="0"/>
              <a:t>כ"ו/טבת/תשפ"ו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3C44031-CD91-7080-5F79-A074E499A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823025D-1364-B87E-C69D-EAF0727E4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9E4E9-D2AA-4799-80EF-0247969126C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21818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085036D-79CB-F544-B8E8-B70DE389B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296783E-7B49-ED19-7A6F-4262BBEE1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6D225C19-80A3-05BE-3D71-B96B043CC5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4EC90CAD-404E-9C83-4170-A829ABE98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0AF4C-4B42-411C-B52A-DD60DD3DEF5C}" type="datetimeFigureOut">
              <a:rPr lang="he-IL" smtClean="0"/>
              <a:t>כ"ו/טבת/תשפ"ו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8A147434-5BC6-598D-2D2E-0E7F50421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9454322-5728-1D18-D974-3F0FBB459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9E4E9-D2AA-4799-80EF-0247969126C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98266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36A93CA-2188-39FD-42F1-08BBD2876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6B825151-6AB8-2E6D-A644-5B922FE44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C7B06788-28E7-FAB9-71C8-51EB347EFE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AB56025E-EE7B-5B2B-278B-A749CC63B2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E2EF28FA-7A65-561C-DEDE-ECF5D3E089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81209606-CAA7-D3D8-F7EB-8C064A129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0AF4C-4B42-411C-B52A-DD60DD3DEF5C}" type="datetimeFigureOut">
              <a:rPr lang="he-IL" smtClean="0"/>
              <a:t>כ"ו/טבת/תשפ"ו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EC085950-E072-A99A-0663-90420FBC3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C66AB019-D64F-0B47-EF06-B3ADAF173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9E4E9-D2AA-4799-80EF-0247969126C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44890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7EF854C-8C5E-8FC3-9376-1383918D9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D6512C54-43E7-6800-648C-7FA8437D4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0AF4C-4B42-411C-B52A-DD60DD3DEF5C}" type="datetimeFigureOut">
              <a:rPr lang="he-IL" smtClean="0"/>
              <a:t>כ"ו/טבת/תשפ"ו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36A46806-0D41-600C-DFB2-381E51654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F5A16742-83FF-2013-942D-604A114BD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9E4E9-D2AA-4799-80EF-0247969126C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73793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ADE69286-162B-FD00-C03F-E2829D3D6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0AF4C-4B42-411C-B52A-DD60DD3DEF5C}" type="datetimeFigureOut">
              <a:rPr lang="he-IL" smtClean="0"/>
              <a:t>כ"ו/טבת/תשפ"ו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7258AC12-9E0D-3761-1CD3-2632749FE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5D6CFDEA-1020-CF7A-B8D8-5E8EA1DA6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9E4E9-D2AA-4799-80EF-0247969126C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43063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164BFB5-57BC-F69E-813F-D263CEE96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D5BFF9F-63F5-989F-62E3-9B57AB1FE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6F45D14D-7865-6A9E-85A8-B028B0C426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1DAD855-628A-CF2D-BB60-0E8AC4D55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0AF4C-4B42-411C-B52A-DD60DD3DEF5C}" type="datetimeFigureOut">
              <a:rPr lang="he-IL" smtClean="0"/>
              <a:t>כ"ו/טבת/תשפ"ו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E4B1B055-BB6E-82DC-B396-3501057D8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3F111CCD-E65E-CE79-5BEA-4A53529EB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9E4E9-D2AA-4799-80EF-0247969126C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56893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668177B-F11E-A9BC-3B4C-BF83669EF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A922A7BD-B7C2-CDB6-4A45-BE94E0E34F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A2CF52D8-6549-4C78-8B4A-10B00996B2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631C4310-5C54-5812-50F7-43E098896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0AF4C-4B42-411C-B52A-DD60DD3DEF5C}" type="datetimeFigureOut">
              <a:rPr lang="he-IL" smtClean="0"/>
              <a:t>כ"ו/טבת/תשפ"ו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80681751-994E-ED6C-13A2-3DE3838EE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72DB2FEE-413F-B6B2-AF9A-6EB5A387C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9E4E9-D2AA-4799-80EF-0247969126C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45533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95DB073-2548-D66F-A109-85C35EBD6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DE1E0D6-5C0C-C334-5E94-1DE63E0AEA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9F16BEE-51FF-83F4-2950-EFC6BDF52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0AF4C-4B42-411C-B52A-DD60DD3DEF5C}" type="datetimeFigureOut">
              <a:rPr lang="he-IL" smtClean="0"/>
              <a:t>כ"ו/טבת/תשפ"ו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BE4B5E7-C379-9F65-8FF4-9DF5324EF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CA575CB-61C8-3DDE-F8A6-DBC6B7B2D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9E4E9-D2AA-4799-80EF-0247969126C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84525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5F6953EF-1EC9-0D56-68A5-224FCDEEB0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393BF6C4-5F94-4484-0BC4-5952BF8611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325BF52-6E26-D7B5-0BE3-C15C24165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0AF4C-4B42-411C-B52A-DD60DD3DEF5C}" type="datetimeFigureOut">
              <a:rPr lang="he-IL" smtClean="0"/>
              <a:t>כ"ו/טבת/תשפ"ו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37B0953-31BF-4756-2269-735E79E64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F99A1BD-6FF8-4715-9614-1439392E8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9E4E9-D2AA-4799-80EF-0247969126C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62982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CEDC1EE8-0389-3993-4AF7-998573BD3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A6A7EF9-61B6-9D19-13DF-704C2C914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79C1E5D-E180-3236-3E44-97413AA02A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A0AF4C-4B42-411C-B52A-DD60DD3DEF5C}" type="datetimeFigureOut">
              <a:rPr lang="he-IL" smtClean="0"/>
              <a:t>כ"ו/טבת/תשפ"ו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5EAA2E8-6D20-3D64-E266-F5B1452B5B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7500D40-38A8-E33D-9F7B-23B1710D38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79E4E9-D2AA-4799-80EF-0247969126C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20692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תמונה 16" descr="תמונה שמכילה טקסט, מחשב, מחשב נייד, צילום מס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A1FAFFE-9219-5333-6F6D-EB0FD6D71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90" y="1554945"/>
            <a:ext cx="11783258" cy="389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230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מציין מיקום תוכן 4" descr="תמונה שמכילה טקסט, צילום מסך, גופן, מסמ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3C9E2FC4-D7FD-F171-6204-F9E2E5B72B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0294"/>
            <a:ext cx="12114117" cy="4576444"/>
          </a:xfrm>
        </p:spPr>
      </p:pic>
    </p:spTree>
    <p:extLst>
      <p:ext uri="{BB962C8B-B14F-4D97-AF65-F5344CB8AC3E}">
        <p14:creationId xmlns:p14="http://schemas.microsoft.com/office/powerpoint/2010/main" val="1758025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מציין מיקום תוכן 4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97E6F3E2-D698-144E-88B9-A959104BB6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" y="392811"/>
            <a:ext cx="12191639" cy="5706537"/>
          </a:xfrm>
        </p:spPr>
      </p:pic>
    </p:spTree>
    <p:extLst>
      <p:ext uri="{BB962C8B-B14F-4D97-AF65-F5344CB8AC3E}">
        <p14:creationId xmlns:p14="http://schemas.microsoft.com/office/powerpoint/2010/main" val="1628024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מציין מיקום תוכן 4" descr="תמונה שמכילה טקסט, צילום מסך, גופן, עיגול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CAAA2F2A-3145-8A11-0CFB-17358DF429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936" y="223741"/>
            <a:ext cx="9406398" cy="6538800"/>
          </a:xfrm>
        </p:spPr>
      </p:pic>
    </p:spTree>
    <p:extLst>
      <p:ext uri="{BB962C8B-B14F-4D97-AF65-F5344CB8AC3E}">
        <p14:creationId xmlns:p14="http://schemas.microsoft.com/office/powerpoint/2010/main" val="1979265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מציין מיקום תוכן 4" descr="תמונה שמכילה טקסט, צילום מסך, גופן, מסמ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10BD164-ADC9-495E-6AEF-F003A7CCD3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86" y="185591"/>
            <a:ext cx="11857416" cy="5602260"/>
          </a:xfrm>
        </p:spPr>
      </p:pic>
    </p:spTree>
    <p:extLst>
      <p:ext uri="{BB962C8B-B14F-4D97-AF65-F5344CB8AC3E}">
        <p14:creationId xmlns:p14="http://schemas.microsoft.com/office/powerpoint/2010/main" val="3910626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מציין מיקום תוכן 4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073B0796-4BF7-E9F6-ADF7-688C66A5DB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38" y="232536"/>
            <a:ext cx="10349803" cy="6473297"/>
          </a:xfrm>
        </p:spPr>
      </p:pic>
    </p:spTree>
    <p:extLst>
      <p:ext uri="{BB962C8B-B14F-4D97-AF65-F5344CB8AC3E}">
        <p14:creationId xmlns:p14="http://schemas.microsoft.com/office/powerpoint/2010/main" val="1164168768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</Words>
  <Application>Microsoft Office PowerPoint</Application>
  <PresentationFormat>מסך רחב</PresentationFormat>
  <Paragraphs>1</Paragraphs>
  <Slides>6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אוראל כהן</dc:creator>
  <cp:lastModifiedBy>אוראל כהן</cp:lastModifiedBy>
  <cp:revision>1</cp:revision>
  <dcterms:created xsi:type="dcterms:W3CDTF">2026-01-15T11:35:40Z</dcterms:created>
  <dcterms:modified xsi:type="dcterms:W3CDTF">2026-01-15T11:44:31Z</dcterms:modified>
</cp:coreProperties>
</file>