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78162-3973-FDA1-669A-20419F27E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BDA5C-F25F-ACDB-5C5E-96798861D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1D4E-99F9-EF88-D42E-9B2F6FEA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4D25-F3F5-62CA-35DE-D9FC4AC7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1B2C-7892-163B-12DC-AF3A5042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3845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2C9A-3D6B-8E63-8D10-49E5460C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24303-0AC1-C85B-8C2A-6F4E936BC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01792-D783-4846-82EE-174EC79B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C1B8-5C24-7D33-02B3-DF3E3FFC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85C0F-90DE-9621-ACBB-82F8B582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956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9332-D3DD-90B0-E5E0-92084542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F675C-3D97-3C61-C194-7294942A9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47CD8-169D-0724-0494-6B54E5B0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DEF51-6A70-2BAC-3A45-77E48900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BAF2-C355-906C-5130-E2D7F53D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244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8CA3-530C-DBF0-9CE5-7B02AE35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C7272-7995-C51E-942C-68CFB57E4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C690D-FE27-CE99-5380-EE65FFA06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CCE8A-0899-8169-B195-DA55B254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AB360-AF8B-1730-D897-712F2817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E420C-09D4-9FCE-887A-730EF9B4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896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A31B-596D-36DA-6AAF-3CB4F13F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3BEBD-DCC2-056C-367A-00D37F203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4442E-43D7-FDBC-AEDD-01B5DEC54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6C270-B4B1-6C29-BE46-065F6AFCC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A7F64-48E5-0822-5BAE-7F945D681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7E2E8-01A2-CF0E-93C0-4EB5C9C9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0995F-5332-EF0A-D760-95579932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33CDC-0981-B4BB-4276-3AF0557F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8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C5A5-5383-4C62-542D-3D591516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9C4A7-555C-BD59-0816-A5DF0F4B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BF633-2018-077B-97AF-24BE2A2F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02C43-9DDF-7838-10D8-FA48FDB6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7744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9D2AA-4FC6-2025-731D-C268F5FA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69437-202A-5B5E-A03F-6BAD0224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647C-A329-614B-2BC0-4D24D4B7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269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FB59-2402-A637-0F8A-76B7EA04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BB8A4-219B-A3C9-A4FF-D8CF264BA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13C8C-FE6A-F011-FBC9-DA84FC584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B3614-7F1A-1DE6-53B3-1F3C8560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643C1-74A9-0A51-0437-B17BA6A4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BF8EF-5DE3-46FF-DE84-F61657E5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45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C9F8-C9CA-6A5E-8C9D-8D702488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781C8-61CC-E032-E057-DE7849E41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54399-26C2-93F2-9438-1080A3557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2F634-D5F9-C3B8-04CE-96709527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FF27-CEC0-9212-009B-111341A7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AC4D0-2E47-31E2-FD5B-C17736F2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34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3FEC-662D-63FD-82ED-ABE65EAA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20C70-0DEC-0C99-A079-4E0E2AF4C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C07A4-3114-7784-75E5-0A7FDE06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5AE50-C133-F9DE-2D10-726CD457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3D0BD-7405-7946-5C0D-8CBC822C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70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FD23B-B015-78C7-0C2F-FFD214E58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2BA42-F92E-241D-BD8D-5D1B35E1D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6250B-7157-BAD6-D8C5-A2D684F1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9C68-E5E1-8787-7F79-CB7CDAAD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43CC-758C-A962-7DDE-7B5DBC56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62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1D52C0-E143-A3EF-CC9E-A810DA4D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8FF2C-D005-AC2F-EF41-FAF85322B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7F5B9-420B-D76B-8617-993940C30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33BB1-1920-4997-960F-A9A450AF8FA1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1CC6-F72B-0CB2-EF7C-EEA393FEB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3892B-4DA3-4A4B-C7EF-7CB7C1479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5D033-86C3-4540-8AB3-3AD379AE76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094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7635-BFA9-A993-51C8-901C8D114E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2B876-6E75-28B4-1C2B-340D8462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1" y="1552080"/>
            <a:ext cx="11057578" cy="40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2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BACE-378D-D3ED-3C2D-FFD3BB45D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FF0AE-6E90-9B7C-D8F0-415CD6923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2F0F9-434B-D7A4-3161-7F0E9DEB0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166"/>
            <a:ext cx="12192000" cy="51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5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628832-8DF5-5F85-420A-9DD9B3E8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73" y="712234"/>
            <a:ext cx="11011854" cy="54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1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8C85CA-FA59-3F57-2C3C-B922FB66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09" y="295706"/>
            <a:ext cx="8704981" cy="62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5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B2A96-DCF2-C0D4-97F7-A1125855C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22" y="806998"/>
            <a:ext cx="10765956" cy="524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99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ABE101-252F-1A7C-C5E5-5C4639968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293" y="527135"/>
            <a:ext cx="8835413" cy="58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9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Beer</dc:creator>
  <cp:lastModifiedBy>Nathan Beer</cp:lastModifiedBy>
  <cp:revision>1</cp:revision>
  <dcterms:created xsi:type="dcterms:W3CDTF">2025-12-04T18:24:11Z</dcterms:created>
  <dcterms:modified xsi:type="dcterms:W3CDTF">2025-12-04T18:31:11Z</dcterms:modified>
</cp:coreProperties>
</file>