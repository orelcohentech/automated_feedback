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01D4-7E39-E7DA-37D0-C0C4B151B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F808A-A5D4-61BA-5734-5B5C470E3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E7875-1B5C-FFC8-275C-CD422AE6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B17F0-442E-A240-5952-409DC362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B25C7-142B-13B0-9E85-A6FC6751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06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71907-8374-0581-8BFE-D30B555C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312A-9251-761E-245F-225F0FC4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FF8B-981F-6B83-F123-20A67A08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17D6D-A783-5808-05E8-75A8246D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BEA12-EAEA-0E9A-099B-4F413C85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314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B674-EBAD-BC97-809E-19A58204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8412E-23E1-5FF8-4847-488D93E84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D23C0-BF3E-806B-996A-2FCD5E9C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81574-5147-9619-8880-74B79155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FC67C-B7F7-2F39-6220-85915055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898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D3F2-D78F-F1F8-E216-B1809CB8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E0711-91B2-37A4-AEDC-0C63E3FC7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6CA25-858D-8287-661C-56C0E6C9B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C3F0D-FF66-CB9D-D68F-8838A8DA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38279-25C9-C9AB-0F6B-5DCBCEB6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A576D-A14E-DF06-FAE5-2A6DC627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927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FBD2-9A7F-6F9B-CFDD-D5F7D4BA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4A7B6-AA90-3BB9-6651-26BC0634E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1FC47-0FA4-0E2C-ED42-AE06F03A6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2E092-DB83-58E0-2E94-58369FDB2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EA056-38E2-3B76-5B53-62EEA9FC4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4F44F-8D07-4136-EB0C-8C13EAAA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9E731-498B-36F1-393E-63764F0A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DCA02-6330-6DB9-97A0-6D128C58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149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A299-6E39-B31C-76A9-A40E2463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735F6-F349-BAE8-959C-60C0F698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2BB25-B552-8C18-EA71-35C4AA53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0997A-25BF-4C48-F797-42DCD0E1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10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BC3EB-E1BB-85F8-F666-8AF3BE65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738C6-9400-6AC3-5CAC-0DD0F1E9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312D6-D021-D9E6-E047-3666D0F8D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477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75B4-0BB2-7363-225B-C4F3649A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0539D-1EAF-24DD-7D8C-F08B9316A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CA209-C168-F052-E967-E342C0CD5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95D1F-DDCC-EA72-DE5C-BAEDC3A1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FC82-47E4-BDF8-0F1F-BC08C33B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9CE21-AFB7-96C0-D3DC-99E44FB5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305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C5AE-2DD3-EA5C-064E-1A643005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CE8A2-A5CA-20C1-BB5F-B6BE694F4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08DD7-00DB-0327-3612-FC14E8D56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A549E-5F6E-3007-6C0E-6E5B52A8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E9A86-62D3-6368-4391-BE7A0E91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9D14E-4633-0711-7A2E-8FC8B94A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102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4F02-0E44-5063-972B-D3D133F0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57A40-0CCC-04E5-BBF0-FA9D99797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6505-DB2B-687D-E1B7-D1111CC6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B88C-E530-F5A3-3CC0-366FC58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F3EE7-D1EB-D511-B65F-709136CF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909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1960A-CAB8-5F8B-F93C-37DE3E41A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407A6-29D9-67A2-2DDE-F18FE60FE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11F41-49F8-9873-3C50-AA04F85A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8E101-F5D8-175A-50BB-81840CC6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879D7-47D7-B663-0E75-D1409AD3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827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E0108-D6B5-6777-EBEA-7DA8FDC1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F0E96-486E-AE5C-8DB5-0EB1D5F6E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79F0F-DEEA-B440-94C9-54B293801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69CF8-700F-4399-9044-F4E362B36D5F}" type="datetimeFigureOut">
              <a:rPr lang="en-IL" smtClean="0"/>
              <a:t>22/01/2026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01A43-BE6F-BCFB-9102-CEDA60147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C8FC6-1930-46F5-6625-020FCC69C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E6CBC-8BB0-49E2-B388-83B5A2FABE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531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0310-B733-5B9D-4081-0C82C8FD6A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AD296-E0BA-52CC-58E3-F18BD4DD89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EA47E-E6AB-643E-46D0-57F8790C1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395"/>
            <a:ext cx="12192000" cy="61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73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02EC-8B86-0FF5-4CE8-F2152206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48A1-D89C-46F9-A73C-7CE61F947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6D532-1842-C885-9579-682C6B68F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395"/>
            <a:ext cx="12192000" cy="61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3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23A9-D4AA-4641-AF7B-1B1BC1FD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6439-25DE-C80B-468A-C8B91CBEC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371E2-B43F-CDB6-D720-E565A5B3F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573"/>
            <a:ext cx="12192000" cy="61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5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331E-07F4-371C-E730-2445C3D1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8A66-1C3F-D526-9ABE-60A0512FD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ADEDD-E6BD-84AA-0ED7-C14C92A3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038"/>
            <a:ext cx="12192000" cy="616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02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7F36-EFFE-1F56-8048-917C2A85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A0E3-2531-DA05-C85D-7B9D585C9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46DFE5-08EC-02A4-A788-1CC9D4B5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860"/>
            <a:ext cx="12192000" cy="617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6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1D51-00A8-8B88-F2A9-EC04C1E6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223D-BFF2-E873-D6AD-EF7E046B5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4F7FA-631F-1A05-D292-A74B834F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395"/>
            <a:ext cx="12192000" cy="61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25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B1F8-6464-022C-B5B5-0808DF59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77092-6ADE-6663-E71F-89133CDE6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3BEC4-F9FF-A246-9CCF-614BA5F95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395"/>
            <a:ext cx="12192000" cy="61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7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95D8-3203-7A81-15D5-BFDE2F39C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0FD43-DE41-335B-C017-E7859D8DE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BAFD1-0732-3EB0-5FB4-7A35BA31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395"/>
            <a:ext cx="12192000" cy="61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50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6A87-90DA-DC8C-7DB1-652C22DE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566A-2A4E-7EE3-3B03-2D3B29825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BAC5F-E4F4-CC9C-E13C-9F69E42D9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573"/>
            <a:ext cx="12192000" cy="61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3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42C37-0770-FE82-CBE2-E3B18AC3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6E2D-08E4-4BCE-CA8C-05FB4D5D0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38112-AE19-275B-5EBC-CA63CCADE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395"/>
            <a:ext cx="12192000" cy="61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99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Beer</dc:creator>
  <cp:lastModifiedBy>Nathan Beer</cp:lastModifiedBy>
  <cp:revision>1</cp:revision>
  <dcterms:created xsi:type="dcterms:W3CDTF">2026-01-22T16:52:53Z</dcterms:created>
  <dcterms:modified xsi:type="dcterms:W3CDTF">2026-01-22T16:55:58Z</dcterms:modified>
</cp:coreProperties>
</file>