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D333-4400-C519-244C-3EC954CDD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749EA-A176-DA97-2DCD-05CF6CE5A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B32C3-3DAF-A254-6FEE-FA892076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3D06A-3D81-C2A4-61C5-DE03D98FF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49E12-1614-A1DE-5FD2-DFBFEC9B7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31077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30F58-1D7A-34A1-D923-6D1D6A1A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1F169-59B0-F82B-49BE-4152122DE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F44C6-761D-7F49-4279-75B300E0A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2DF71-1B5D-F78E-36A1-906433CA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783B3-F050-5464-F38C-9C115FBA6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6913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E4BE-F762-81A9-8A0F-035DDADD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BF3B9-4A8A-2D65-E960-4FDD3B46D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DE944-80E1-52DA-FD21-F07573E7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40503-9192-A665-4037-BA011EB5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169D-46EA-851B-67FE-473DC862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9519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CFD1C-B300-0EA2-531C-3AB13D23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A3370-0F27-0153-115A-0160C4C8D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D3E46-3049-1F1D-4E01-891EE6F7C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65BB2-98AC-AFDB-0403-B8312318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5B3C2-1089-A94B-AD39-224A6037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961B3-9329-9535-B0D2-CFE9FAC91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0043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C101B-F9BA-377F-EB00-729F2728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06AE8-8A51-DCFA-179F-B235118A4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CC6C5-F78B-63FC-6F24-C8A5A5382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44592-08FF-B05A-B2FE-F2BE0D25F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6E96F-08CD-52E2-11E5-1801D260C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FA4FB4-53AA-F0B0-A263-1FAE5AE5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A1E0F-84AC-137C-7423-0B317651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D5BA47-8CB6-8EBB-043A-41808610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2576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D383-8BE4-A027-CD76-224D3466C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A588-7A85-BB22-2E67-9F197E8C5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20979-9F13-374A-B91E-A1A4AB1AE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41E267-55DB-7702-2B02-2E20E812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6124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28A95A-D7EB-1B60-511C-74ED4AC3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8FA93-88A5-4BF9-DDAD-E14660AFB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47472-C6E2-FE17-2D5D-84F83499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65059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17BE-4846-BE8C-4057-37F071262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0FDC5-9459-DFA1-10FD-D75B734AB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1E19C-286A-853D-4532-6CD208171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8503B-5DCF-6DC6-52A9-C0558DE8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EAC8F-B702-A752-FD52-CE304520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F38CF-5794-89E7-2E42-867410A5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1898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BB84E-2EF0-492A-1652-28EA5D69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E810D-F6E1-662B-F874-30305A4EFC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DE670-4F18-6D09-3BD8-C74F8FA23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A56CE-5A1A-B76B-2C06-483A81DA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259C2-9475-50D0-789E-54E4F4C4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D2BF9-B2E5-10DD-77DB-2A594CBCB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05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606EF-EB81-5C34-2DB0-F51B66FC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C8650-F948-6358-9F36-9BB6749D0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A64E3-31BE-AFAF-4266-FF034BD3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1A1EC-0DD8-0BA4-0CB4-DAD53D5B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A12F7-3F38-E4C8-D86F-7770FEE0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11009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9CF93D-2D59-F5D7-5D0A-2B6B83058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6198E-9511-F894-79D4-4D82C059C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107EC-FBE3-FB30-451D-B920BAE1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085E7-C65A-AD3F-1BC0-CFEBACE8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8053B-1727-BB0F-D3E7-E4BAE92B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276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AD933-A7F2-FAE2-3D79-4EBDFCC3D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10D12-467B-A498-4458-FE027B6BC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A11EC-54C9-8429-616A-39B9ED0DF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50B9B-1B5A-4553-BC56-024DC6B89195}" type="datetimeFigureOut">
              <a:rPr lang="en-IL" smtClean="0"/>
              <a:t>15/01/2026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85004-5979-A038-5430-5D69A05D5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6C450-2373-76A2-CF4F-A21113BBF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2D4FF-9B11-408B-AB32-B4D7E808A64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499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3FDE-D886-483F-E8E6-8F5DB26987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01C1D-87B5-1DCD-C66A-6AA3804A0C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56F02-A18B-468C-1FFF-39C9DC3B8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970"/>
            <a:ext cx="12192000" cy="615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61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52B2-DEF5-4BF4-DEA8-E34550FE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C5072-3A85-839A-5C66-D44058725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8A203-F80B-4036-56A8-24BB1F385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395"/>
            <a:ext cx="12192000" cy="615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8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62BB-4C91-8E28-6EA2-3EB26864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E192B-E2C8-EA37-428B-704778C4C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1FCF2A-8451-25A5-6455-99A938EC7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65"/>
            <a:ext cx="12192000" cy="611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4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CFDB-6EE3-B873-33C9-BE6B0B4F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E10C-9D87-EFB4-9F7B-A9F5D2190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1C207-370E-BA42-84FA-5BF7AA3A9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038"/>
            <a:ext cx="12192000" cy="616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547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5BC5-5FCD-69B4-0B68-73F5F448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FCFFF-C212-E0F4-AAFB-A1889857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9EB99-D787-B93B-E642-3D1D174E6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573"/>
            <a:ext cx="12192000" cy="614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87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Beer</dc:creator>
  <cp:lastModifiedBy>Nathan Beer</cp:lastModifiedBy>
  <cp:revision>1</cp:revision>
  <dcterms:created xsi:type="dcterms:W3CDTF">2026-01-15T11:36:07Z</dcterms:created>
  <dcterms:modified xsi:type="dcterms:W3CDTF">2026-01-15T11:46:00Z</dcterms:modified>
</cp:coreProperties>
</file>